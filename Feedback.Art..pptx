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68"/>
  </p:normalViewPr>
  <p:slideViewPr>
    <p:cSldViewPr snapToGrid="0">
      <p:cViewPr varScale="1">
        <p:scale>
          <a:sx n="95" d="100"/>
          <a:sy n="95" d="100"/>
        </p:scale>
        <p:origin x="200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6357C-1C3C-43CD-2F7B-FD94B2671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DE1F0B-2B61-9F33-2571-546882F01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DDBD3-D105-EBB7-BE1E-C9C927BDD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52AF-69ED-C54E-98F4-938E69B6254F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A1B5A-8FA2-BB43-560E-1C2268687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397C7-C17A-1F99-D378-B1481F24F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7BF8-316E-764A-9577-7AF05A352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78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9B48E-C0E6-FF43-5759-65FB346E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57AB1-D29F-B89D-E0D4-E16508B31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791B4-B87B-41A1-660E-11D8B6CF5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52AF-69ED-C54E-98F4-938E69B6254F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6E12D-145E-EE36-75BF-A95A486DA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425C9-EDB6-EB49-613A-E81A6EF9C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7BF8-316E-764A-9577-7AF05A352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96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0A153-3AD2-F59A-25EA-47F29E3BF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34A6E-11DE-8BA0-F649-FE92F9085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F05EC-3608-CF87-FA0E-7FA6FAFEF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52AF-69ED-C54E-98F4-938E69B6254F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ABB94-AE88-1476-91FB-6584A0E17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E434A-542C-F0C2-708D-16E3C1BDE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7BF8-316E-764A-9577-7AF05A352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88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4A0BD-BC80-ABBF-FBE8-D498A0197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1C948-12C4-22C1-7485-2316D48DD3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59D57-A152-7425-1670-080432D93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81EDA-E409-E5D5-EDD8-B18122BD0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52AF-69ED-C54E-98F4-938E69B6254F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CBED7-BEDC-5D4F-BB5B-883088CB9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9C360-895F-BB7E-9B0D-DDEA79C8B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7BF8-316E-764A-9577-7AF05A352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54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49DD6-8F39-AFB0-B976-541E680DF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86209-ADAC-CC4B-947D-52B069527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BE8F92-86DA-CCA1-FB3B-D40C8802C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4B5F1B-D309-583D-30DE-9716BB1EF1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B788D0-2DC4-2810-001F-1CA16EE359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16D247-2929-E1BE-5081-61743142C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52AF-69ED-C54E-98F4-938E69B6254F}" type="datetimeFigureOut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410858-CBE5-DAA6-BF33-F07448FA9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998F0-0FD3-AB0E-D8B4-B3FA8A988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7BF8-316E-764A-9577-7AF05A352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68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391AB-7D61-C05D-1E9F-DC50B2915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2FBD08-03AF-7D17-10CA-31A0DCB05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52AF-69ED-C54E-98F4-938E69B6254F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55D413-74DD-67B7-CE9D-E2FE662B5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EDC0C-E3C5-929D-246E-1C1CE70DE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7BF8-316E-764A-9577-7AF05A352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97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00C707-3B0B-E63A-EB76-6B014E8A5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52AF-69ED-C54E-98F4-938E69B6254F}" type="datetimeFigureOut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43EC12-785F-EAB9-67B9-0DA993CB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33C68-D29B-C6C9-F3F9-D031813C1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7BF8-316E-764A-9577-7AF05A352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21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050C5-AFE8-A7DF-EF17-1A57F0A61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3A72A-A6D5-66D7-B84A-FFE6B0E7E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94BA0B-5DFC-AC58-95EF-EF9CCA5A1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CF9E8-BAA5-5C4C-D166-97A2D25AE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52AF-69ED-C54E-98F4-938E69B6254F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22658-9139-56CD-60CC-C4572723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608CE-CEC5-B7CE-CABE-9538FC0DD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7BF8-316E-764A-9577-7AF05A352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40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1493B-A6C4-46AF-82BC-09EF9E7E9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5407F7-B8FF-33EB-A371-B5D90E8506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430AF-3E4E-7B3A-8BAB-8DE86ECBF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28499-BB74-A512-C859-BF1B0C596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52AF-69ED-C54E-98F4-938E69B6254F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26F135-A244-85B9-DC9F-076BD2BF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026BF-2025-6260-BEA3-3C72D749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7BF8-316E-764A-9577-7AF05A352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75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B5C4-6F1B-882D-3284-3C6670BC0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D78E9-648E-BCF1-13A7-A5899865F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4C98A-1037-A562-7CD3-2CCC69FEF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52AF-69ED-C54E-98F4-938E69B6254F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2BBB0-D98E-C59A-FB4E-0D671C961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FB8CB-72B4-8166-6325-C0C40C6A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7BF8-316E-764A-9577-7AF05A352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61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2BBF3F-FD82-0847-C34C-8220576B62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2F1E4-5BE9-101B-02F7-D10D88214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0DD57-1EB6-517E-5447-63DC45BDC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452AF-69ED-C54E-98F4-938E69B6254F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9570C-DDF6-CAB3-4401-1EC21C71D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66AD0-84D7-5273-FFB9-FA41E354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F7BF8-316E-764A-9577-7AF05A352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235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005BDB-E9F8-A69F-B969-A2D3877CC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5180C-89D2-FDAF-9A50-584DE3C20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5B585-A9C1-4021-6827-463B0CC08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452AF-69ED-C54E-98F4-938E69B6254F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91E81-7DB3-5BAC-E196-123A27B20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3F746-1163-D443-74E1-F78DBE974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7BF8-316E-764A-9577-7AF05A352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99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939099-6331-6B9B-539D-39DD6F8D1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302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Book Cover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2F0EDAA-4155-F5BD-6CA7-65F1A22502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0459" y="987425"/>
            <a:ext cx="5497157" cy="4873625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3ED653-5B4F-BE5B-6307-787345D04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1554" y="996950"/>
            <a:ext cx="5952658" cy="4832352"/>
          </a:xfrm>
        </p:spPr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Big Papa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Keep the page simple  with yellow or light blue background 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Bolívar prominent in the center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A large circle around Bolívar may be a good cover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Below are sample arts to draw inspiration for cover page with Cover Title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758750-A8FA-24B0-CC31-2ED94D637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83" y="3248026"/>
            <a:ext cx="2046941" cy="2565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11B360-134B-3F68-7D6E-B1E83CF4F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4224" y="3255964"/>
            <a:ext cx="1778000" cy="2565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764A81-10B8-87BB-0DC6-6AFA1D0B5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2224" y="3248026"/>
            <a:ext cx="14859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220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ABBE3-7774-8889-FEEF-B648408B0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31812"/>
          </a:xfrm>
        </p:spPr>
        <p:txBody>
          <a:bodyPr/>
          <a:lstStyle/>
          <a:p>
            <a:r>
              <a:rPr lang="en-US" b="1" dirty="0"/>
              <a:t>Big Papa Character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F759A7-93ED-D3E6-AA5D-17C023A8EF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457200"/>
            <a:ext cx="6172200" cy="54117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0E75F9-BA62-4910-0AFE-1228E9ACF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25388"/>
            <a:ext cx="3932237" cy="4443600"/>
          </a:xfrm>
        </p:spPr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Thinner body (normal)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Skin color a shade lighter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No facial hair (remove any beard, </a:t>
            </a:r>
            <a:r>
              <a:rPr lang="en-US" dirty="0" err="1"/>
              <a:t>goutee</a:t>
            </a:r>
            <a:r>
              <a:rPr lang="en-US" dirty="0"/>
              <a:t>, mustache)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Eyes should be slightly smaller  see below for context: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AF8462-91A5-7B68-E540-B99F40463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506" y="3781612"/>
            <a:ext cx="1549400" cy="16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07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F254F-B985-06A5-6496-5DB046367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31812"/>
          </a:xfrm>
        </p:spPr>
        <p:txBody>
          <a:bodyPr/>
          <a:lstStyle/>
          <a:p>
            <a:r>
              <a:rPr lang="en-US" b="1" dirty="0"/>
              <a:t>Bolívar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A02C07-6008-807C-F26E-E7984F1933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3188" y="457200"/>
            <a:ext cx="6172200" cy="500439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ECFEB-C944-98BB-1FF7-E448AA124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Images to the right  indicate his mole is on his left cheek: it should be on his 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Please make the mole a bit smaller.</a:t>
            </a:r>
          </a:p>
        </p:txBody>
      </p:sp>
    </p:spTree>
    <p:extLst>
      <p:ext uri="{BB962C8B-B14F-4D97-AF65-F5344CB8AC3E}">
        <p14:creationId xmlns:p14="http://schemas.microsoft.com/office/powerpoint/2010/main" val="3813511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C8410-CBF2-629D-0D72-76DC2FE1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0095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Laila, Odin, and Brown Bunny, etc.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4ACF7C-B680-DCB2-A4E9-C37032CA28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0012" y="849346"/>
            <a:ext cx="6172200" cy="462629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E3F26-1FF8-EDFA-B8C1-4123C57C8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Brown Bunny make a shade lighter.</a:t>
            </a:r>
          </a:p>
        </p:txBody>
      </p:sp>
    </p:spTree>
    <p:extLst>
      <p:ext uri="{BB962C8B-B14F-4D97-AF65-F5344CB8AC3E}">
        <p14:creationId xmlns:p14="http://schemas.microsoft.com/office/powerpoint/2010/main" val="1626487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128</Words>
  <Application>Microsoft Macintosh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Book Cover</vt:lpstr>
      <vt:lpstr>Big Papa Character</vt:lpstr>
      <vt:lpstr>Bolívar</vt:lpstr>
      <vt:lpstr>Laila, Odin, and Brown Bunny, etc.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Eusebio Benjamin</dc:creator>
  <cp:lastModifiedBy>Eusebio Benjamin</cp:lastModifiedBy>
  <cp:revision>3</cp:revision>
  <dcterms:created xsi:type="dcterms:W3CDTF">2026-09-03T01:22:27Z</dcterms:created>
  <dcterms:modified xsi:type="dcterms:W3CDTF">2026-09-03T02:47:53Z</dcterms:modified>
</cp:coreProperties>
</file>