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30"/>
  </p:normalViewPr>
  <p:slideViewPr>
    <p:cSldViewPr snapToGrid="0">
      <p:cViewPr varScale="1">
        <p:scale>
          <a:sx n="95" d="100"/>
          <a:sy n="95" d="100"/>
        </p:scale>
        <p:origin x="200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5A6DD-88D0-0F1B-100D-391102423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05BD68-884A-4B36-86E0-DAFEDE3CB9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8B8C0-17A9-B7D5-75F9-D451EF889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5ABA-463A-A34D-99E7-E5DF495DD224}" type="datetimeFigureOut">
              <a:rPr lang="en-US" smtClean="0"/>
              <a:t>9/4/26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CDCF4-A146-6549-47FE-F50DE2969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D6DFC-9581-1F1E-CAE2-5FC917ECB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563D6-A5F5-1F4E-9447-5B852CEF85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23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67CEC-85A9-39E4-536C-835AE0013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EA3D-19AF-1433-15CC-D83DC56F1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0FA25-9A96-04DA-7E60-9974C366F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5ABA-463A-A34D-99E7-E5DF495DD224}" type="datetimeFigureOut">
              <a:rPr lang="en-US" smtClean="0"/>
              <a:t>9/4/26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EBE2A-F84F-D322-845E-E596AA9D7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E4FF9-E713-C1E6-A3F3-30C5DBEE9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563D6-A5F5-1F4E-9447-5B852CEF85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3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640F2-DE56-99E9-35F8-E380D814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DDABAC-F82C-E673-9749-9C0E49600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B6003-81B2-86D0-23A9-86DDD8CF8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5ABA-463A-A34D-99E7-E5DF495DD224}" type="datetimeFigureOut">
              <a:rPr lang="en-US" smtClean="0"/>
              <a:t>9/4/26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4685D-CE15-DF3D-0311-5AF8182DC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5F037-E4F1-AC91-003A-5D3A394FC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563D6-A5F5-1F4E-9447-5B852CEF85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787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06CEA-D7EA-7B0E-8376-FADF4F44F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780EA-DB48-23C1-8F69-6A6D51AF7E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352569-95F5-FFBA-2127-69B4BB02A8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41E9AF-8354-BB63-A8D3-308DF0A86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5ABA-463A-A34D-99E7-E5DF495DD224}" type="datetimeFigureOut">
              <a:rPr lang="en-US" smtClean="0"/>
              <a:t>9/4/26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22CCD0-E60C-9769-775B-5BDA3D417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7C5B88-911B-131F-2FC5-E402CB7AE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563D6-A5F5-1F4E-9447-5B852CEF85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188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17CAA-3A1E-F12E-416F-0951DEABF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62A0B-715B-A1B1-766C-E00E05A73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8A2405-7811-CD36-ACE6-4379C5ABB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61F307-521E-12D4-3D08-AFFA8F6B06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E0F25D-E6F3-12BE-8C96-13B4276FD8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808E05-7AFF-A970-C025-4223A2F53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5ABA-463A-A34D-99E7-E5DF495DD224}" type="datetimeFigureOut">
              <a:rPr lang="en-US" smtClean="0"/>
              <a:t>9/4/26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E0E507-F17C-A88F-B6CC-08A6BD887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105E5C-E92A-96DF-6152-94A084437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563D6-A5F5-1F4E-9447-5B852CEF85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425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DE2E1-FC61-9172-C46E-465F33440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556896-D370-59DC-D492-A83EA1F2C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5ABA-463A-A34D-99E7-E5DF495DD224}" type="datetimeFigureOut">
              <a:rPr lang="en-US" smtClean="0"/>
              <a:t>9/4/26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CC297D-3769-7B64-06CD-2276D700F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2D0722-F098-ABD8-BDFB-7CBDA6090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563D6-A5F5-1F4E-9447-5B852CEF85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352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57AC4C-BA44-D118-7918-207ABDAE2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5ABA-463A-A34D-99E7-E5DF495DD224}" type="datetimeFigureOut">
              <a:rPr lang="en-US" smtClean="0"/>
              <a:t>9/4/26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5F3ACA-CE1F-1124-D65A-6B09C9FE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865F0E-0A31-1CF5-14D2-42773C835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563D6-A5F5-1F4E-9447-5B852CEF85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953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6C261-EA60-A8CD-8428-60FDC29FA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1967B-0A37-B70D-7345-C0A9C3091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8994C-D78D-858B-9D63-D3DB9677FD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054F0-1585-8B1C-1414-1878ECBCB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5ABA-463A-A34D-99E7-E5DF495DD224}" type="datetimeFigureOut">
              <a:rPr lang="en-US" smtClean="0"/>
              <a:t>9/4/26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709190-284E-1BA9-F022-4D1A5DFB2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302C-CD4A-666E-BA39-F0616E9CA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563D6-A5F5-1F4E-9447-5B852CEF85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644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9A2E4-5391-68C6-118C-BC7EB2103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5FF9F1-8524-E41D-7AE9-3D1069C81E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B43790-14AA-B6DC-6F8B-AD0A17414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3F3A-1EC1-D339-B42C-4E9E80051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5ABA-463A-A34D-99E7-E5DF495DD224}" type="datetimeFigureOut">
              <a:rPr lang="en-US" smtClean="0"/>
              <a:t>9/4/26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560C54-D204-CBD1-FB32-F6AB63BB0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A3A8D8-A495-C77D-B76E-220ECC0F2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563D6-A5F5-1F4E-9447-5B852CEF85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08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494E6-7546-1F09-B175-FF470CB09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3723F2-6E57-EFA2-C52B-071E7F64F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AE6A9-35B4-EFA6-58A7-0D0581FA5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5ABA-463A-A34D-99E7-E5DF495DD224}" type="datetimeFigureOut">
              <a:rPr lang="en-US" smtClean="0"/>
              <a:t>9/4/26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D7321-A8A6-A1B3-224C-1FB659A0E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A12F7-F94E-12DD-6B46-BD209BCC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563D6-A5F5-1F4E-9447-5B852CEF85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91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05B9DF-210D-DE0F-7198-53A0B856CE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952BBD-13BA-B29F-A40D-1A406F654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F6887-E807-74D2-47A4-E159F00B7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5ABA-463A-A34D-99E7-E5DF495DD224}" type="datetimeFigureOut">
              <a:rPr lang="en-US" smtClean="0"/>
              <a:t>9/4/26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2DFE1-81D9-08A7-A48F-2AEBE25E7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5443F-CAC6-F85A-9626-FF670E01E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563D6-A5F5-1F4E-9447-5B852CEF85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173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08C517-1D32-721D-32E3-2785A91DA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B5D543-FA30-7CD0-631C-CE77967F80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94D57-2FF2-08F3-068B-3E241818A7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775ABA-463A-A34D-99E7-E5DF495DD224}" type="datetimeFigureOut">
              <a:rPr lang="en-US" smtClean="0"/>
              <a:t>9/4/26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BBABA-B248-E2B2-63AD-93249ADEEB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15C6C-EFEB-D6F8-E7CF-A28702587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563D6-A5F5-1F4E-9447-5B852CEF85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21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F59B10-D225-1A9D-051B-46539B2F5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Book Cover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149B08-8A8E-C8DF-E96D-57DF382D3F9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“Bolívar and His Treasure” –letters all in yellow font</a:t>
            </a:r>
          </a:p>
          <a:p>
            <a:r>
              <a:rPr lang="en-US" dirty="0"/>
              <a:t>Use a </a:t>
            </a:r>
            <a:r>
              <a:rPr lang="en-US" b="1" dirty="0"/>
              <a:t>Baloo 2 Extra Bold </a:t>
            </a:r>
            <a:r>
              <a:rPr lang="en-US" dirty="0"/>
              <a:t>font</a:t>
            </a:r>
          </a:p>
          <a:p>
            <a:pPr marL="457200" lvl="1" indent="0">
              <a:buNone/>
            </a:pPr>
            <a:r>
              <a:rPr lang="en-US" b="1" dirty="0"/>
              <a:t>&gt;</a:t>
            </a:r>
            <a:r>
              <a:rPr lang="en-US" dirty="0"/>
              <a:t> See sample to the right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296C8B-16F2-D1A5-6B8C-53E26C21D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160337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2F89A8-CBFA-2BF1-35DE-84DF41EF1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98158"/>
            <a:ext cx="5181600" cy="182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494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73170-3F96-7EF2-B282-8E9C56868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Book Cover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36C12-485A-42FE-B035-5491DD59E2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See change requests for Bolívar’s appearance on Slide 5</a:t>
            </a:r>
          </a:p>
          <a:p>
            <a:r>
              <a:rPr lang="en-US" dirty="0"/>
              <a:t>Use image on  the right as inspiration for cover &gt;</a:t>
            </a:r>
          </a:p>
          <a:p>
            <a:pPr lvl="1"/>
            <a:r>
              <a:rPr lang="en-US" dirty="0"/>
              <a:t>Bolívar in the middle (no white space) </a:t>
            </a:r>
            <a:r>
              <a:rPr lang="en-US" b="1" dirty="0"/>
              <a:t>(Bolivar’s name is misspelled in the image)</a:t>
            </a:r>
          </a:p>
          <a:p>
            <a:pPr lvl="1"/>
            <a:r>
              <a:rPr lang="en-US" dirty="0"/>
              <a:t>The outer/exterior circle should be fully visible on the cover.</a:t>
            </a:r>
          </a:p>
          <a:p>
            <a:r>
              <a:rPr lang="en-US" dirty="0"/>
              <a:t> Remember, title of the book to be in yellow color and </a:t>
            </a:r>
            <a:r>
              <a:rPr lang="en-US" b="1" dirty="0"/>
              <a:t>Baloo 2 Extra Bold </a:t>
            </a:r>
            <a:r>
              <a:rPr lang="en-US" dirty="0"/>
              <a:t>font</a:t>
            </a:r>
          </a:p>
          <a:p>
            <a:r>
              <a:rPr lang="en-US" dirty="0"/>
              <a:t>Light or powder blue used as background colors outside of the inner circle (inner circle is where Bolívar is located in a park with a city skyline as a backdrop)</a:t>
            </a:r>
          </a:p>
          <a:p>
            <a:pPr lvl="1"/>
            <a:endParaRPr lang="en-US" dirty="0"/>
          </a:p>
          <a:p>
            <a:r>
              <a:rPr lang="en-US" dirty="0"/>
              <a:t>Author name should be placed horizontally on the middle center of the bottom of the page. </a:t>
            </a:r>
          </a:p>
          <a:p>
            <a:r>
              <a:rPr lang="en-US" dirty="0"/>
              <a:t>Author name should appear only as “Benjamin Kiamco” (no “by”)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248A1-7207-359D-A0A5-9FFB3C420D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FB7EB9-CABD-E6C8-8CC5-F231893A2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812" y="1764109"/>
            <a:ext cx="5782235" cy="447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024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F17B1-DFAA-0608-6B30-82B42869B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Type of Font for letters in the 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C75AB-A13A-197C-9EC3-E9885C09B0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All words in the book narration use –</a:t>
            </a:r>
            <a:r>
              <a:rPr lang="en-US" b="1" dirty="0"/>
              <a:t>Quicksand Bold</a:t>
            </a:r>
            <a:r>
              <a:rPr lang="en-US" dirty="0"/>
              <a:t> font </a:t>
            </a:r>
            <a:r>
              <a:rPr lang="en-US" b="1" dirty="0"/>
              <a:t>&gt; </a:t>
            </a:r>
            <a:r>
              <a:rPr lang="en-US" dirty="0"/>
              <a:t>See sample to right</a:t>
            </a:r>
          </a:p>
          <a:p>
            <a:r>
              <a:rPr lang="en-US" dirty="0"/>
              <a:t>Font size is all the same including when italicization is used in a sentence such as 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94EB7CB-68D4-5E7C-7189-CC8C7476238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69669" y="1825625"/>
            <a:ext cx="4081615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999A12-952E-6D7F-90F1-87782F1F4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715" y="4464797"/>
            <a:ext cx="4259131" cy="470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354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C9291-3039-9781-AF8B-EA0654F2F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97" y="354367"/>
            <a:ext cx="1025652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Big Papa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4BD66-9F80-3B77-49A2-2D3CA6495F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Remove white undershirt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3CFDFDE-F18B-34B2-8B25-8D7DB4B84B1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63379" y="1679930"/>
            <a:ext cx="2991821" cy="3881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79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C47C7-A79F-9468-6CB3-E321AABC1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0478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Bolívar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D688B-3448-6E8D-7D12-392265884D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Replace golden fawn coat a tint lighter. </a:t>
            </a:r>
          </a:p>
          <a:p>
            <a:r>
              <a:rPr lang="en-US" dirty="0"/>
              <a:t>Replace the blue collar of the collar to chocolate brown collar.</a:t>
            </a:r>
          </a:p>
          <a:p>
            <a:r>
              <a:rPr lang="en-US" dirty="0"/>
              <a:t>See bottom right image with the change </a:t>
            </a:r>
            <a:r>
              <a:rPr lang="en-US" b="1" dirty="0"/>
              <a:t>&gt;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543658-AFA7-3EAE-92F7-C205FD505EE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06593" y="559489"/>
            <a:ext cx="4615029" cy="23973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80AEC0-AB50-4AF1-8ADF-1F805C11E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922" y="2742511"/>
            <a:ext cx="4584700" cy="35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513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9FFED-3863-1DCC-9512-58F99236B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3420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Supporting Friends and Props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31CB1-E9BC-C039-0C53-2FAD5D6C8D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Odin the Saint Bernard</a:t>
            </a:r>
          </a:p>
          <a:p>
            <a:pPr>
              <a:buFontTx/>
              <a:buChar char="-"/>
            </a:pPr>
            <a:r>
              <a:rPr lang="en-US" dirty="0"/>
              <a:t>Add 30lbs to his weight</a:t>
            </a:r>
          </a:p>
          <a:p>
            <a:pPr>
              <a:buFontTx/>
              <a:buChar char="-"/>
            </a:pPr>
            <a:r>
              <a:rPr lang="en-US" dirty="0"/>
              <a:t>Hair coat a reddish-brown</a:t>
            </a:r>
          </a:p>
          <a:p>
            <a:pPr>
              <a:buFontTx/>
              <a:buChar char="-"/>
            </a:pPr>
            <a:r>
              <a:rPr lang="en-US" dirty="0"/>
              <a:t>Add freckles</a:t>
            </a:r>
          </a:p>
          <a:p>
            <a:pPr>
              <a:buFontTx/>
              <a:buChar char="-"/>
            </a:pPr>
            <a:r>
              <a:rPr lang="en-US" dirty="0"/>
              <a:t>See image at bottom right for reference</a:t>
            </a:r>
            <a:r>
              <a:rPr lang="en-US" b="1" dirty="0"/>
              <a:t> &gt;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EA3D31-1C51-0FE9-407D-F7886FBD74D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06671" y="2578998"/>
            <a:ext cx="5181600" cy="28445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B3D7AC-5D35-AA03-0102-BB4060808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248" y="935038"/>
            <a:ext cx="4939552" cy="1643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308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265</Words>
  <Application>Microsoft Macintosh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Book Cover Title</vt:lpstr>
      <vt:lpstr>Book Cover Design</vt:lpstr>
      <vt:lpstr>Type of Font for letters in the book</vt:lpstr>
      <vt:lpstr>Big Papa</vt:lpstr>
      <vt:lpstr>Bolívar</vt:lpstr>
      <vt:lpstr>Supporting Friends and Props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Eusebio Benjamin</dc:creator>
  <cp:lastModifiedBy>Eusebio Benjamin</cp:lastModifiedBy>
  <cp:revision>5</cp:revision>
  <dcterms:created xsi:type="dcterms:W3CDTF">2026-09-04T20:47:57Z</dcterms:created>
  <dcterms:modified xsi:type="dcterms:W3CDTF">2026-09-05T02:49:59Z</dcterms:modified>
</cp:coreProperties>
</file>